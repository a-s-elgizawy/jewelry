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99" r:id="rId3"/>
    <p:sldId id="300" r:id="rId4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9" initials="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4EF9"/>
    <a:srgbClr val="FF8A5F"/>
    <a:srgbClr val="E96539"/>
    <a:srgbClr val="FCE5DB"/>
    <a:srgbClr val="FBDDC8"/>
    <a:srgbClr val="FEF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ea typeface="Poppins" panose="00000500000000000000" charset="0"/>
                <a:cs typeface="Poppins" panose="00000500000000000000" charset="0"/>
              </a:rPr>
            </a:fld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ea typeface="Poppins" panose="00000500000000000000" charset="0"/>
                <a:cs typeface="Poppins" panose="00000500000000000000" charset="0"/>
              </a:rPr>
            </a:fld>
            <a:endParaRPr lang="en-US">
              <a:ea typeface="Poppins" panose="00000500000000000000" charset="0"/>
              <a:cs typeface="Poppins" panose="000005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Poppins" panose="00000500000000000000" charset="0"/>
        <a:cs typeface="Poppins" panose="000005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000">
                <a:latin typeface="Segoe UI" panose="020B0502040204020203" charset="0"/>
                <a:cs typeface="Segoe UI" panose="020B0502040204020203" charset="0"/>
                <a:sym typeface="Poppins" panose="00000500000000000000" charset="0"/>
              </a:defRPr>
            </a:lvl1pPr>
          </a:lstStyle>
          <a:p>
            <a:r>
              <a:rPr lang="en-US">
                <a:latin typeface="Poppins SemiBold" panose="00000700000000000000" charset="0"/>
                <a:cs typeface="Poppins SemiBold" panose="00000700000000000000" charset="0"/>
                <a:sym typeface="+mn-ea"/>
              </a:rPr>
              <a:t>Create new slides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ym typeface="Poppins" panose="0000050000000000000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lnSpc>
                <a:spcPct val="110000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charset="0"/>
                <a:cs typeface="Poppins" panose="00000500000000000000" charset="0"/>
                <a:sym typeface="+mn-ea"/>
              </a:rPr>
              <a:t>Start working immediately with【blank slide】 or save time by selecting a template that fits your needs.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charset="0"/>
              <a:cs typeface="Poppins" panose="00000500000000000000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charset="0"/>
                <a:cs typeface="Poppins" panose="00000500000000000000" charset="0"/>
                <a:sym typeface="+mn-ea"/>
              </a:rPr>
              <a:t>Click【New】&gt;【slides】, and select or search for the desired template.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charset="0"/>
              <a:cs typeface="Poppins" panose="00000500000000000000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charset="0"/>
                <a:cs typeface="Poppins" panose="00000500000000000000" charset="0"/>
                <a:sym typeface="+mn-ea"/>
              </a:rPr>
              <a:t>Become a WPS Pro with a huge library of templates and unlimited downloads.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Poppins" panose="00000500000000000000" charset="0"/>
                <a:cs typeface="Poppins" panose="0000050000000000000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Poppins" panose="00000500000000000000" charset="0"/>
                <a:cs typeface="Poppins" panose="00000500000000000000" charset="0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Poppins" panose="00000500000000000000" charset="0"/>
          <a:cs typeface="Poppins" panose="000005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Poppins" panose="00000500000000000000" charset="0"/>
          <a:cs typeface="Poppins" panose="000005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logoooo"/>
          <p:cNvPicPr>
            <a:picLocks noChangeAspect="1"/>
          </p:cNvPicPr>
          <p:nvPr/>
        </p:nvPicPr>
        <p:blipFill>
          <a:blip r:embed="rId1"/>
          <a:srcRect l="23726" t="25764" r="26512" b="29785"/>
          <a:stretch>
            <a:fillRect/>
          </a:stretch>
        </p:blipFill>
        <p:spPr>
          <a:xfrm>
            <a:off x="3256280" y="512445"/>
            <a:ext cx="6169025" cy="5510530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4185285" y="819785"/>
            <a:ext cx="4269105" cy="276987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23" h="4362">
                <a:moveTo>
                  <a:pt x="3189" y="1981"/>
                </a:moveTo>
                <a:lnTo>
                  <a:pt x="3189" y="2369"/>
                </a:lnTo>
                <a:lnTo>
                  <a:pt x="3552" y="2369"/>
                </a:lnTo>
                <a:lnTo>
                  <a:pt x="3552" y="1981"/>
                </a:lnTo>
                <a:lnTo>
                  <a:pt x="3189" y="1981"/>
                </a:lnTo>
                <a:close/>
                <a:moveTo>
                  <a:pt x="5924" y="0"/>
                </a:moveTo>
                <a:lnTo>
                  <a:pt x="6723" y="0"/>
                </a:lnTo>
                <a:lnTo>
                  <a:pt x="6723" y="4362"/>
                </a:lnTo>
                <a:lnTo>
                  <a:pt x="5924" y="4362"/>
                </a:lnTo>
                <a:lnTo>
                  <a:pt x="5924" y="4361"/>
                </a:lnTo>
                <a:lnTo>
                  <a:pt x="5543" y="4361"/>
                </a:lnTo>
                <a:lnTo>
                  <a:pt x="5543" y="4362"/>
                </a:lnTo>
                <a:lnTo>
                  <a:pt x="4744" y="4362"/>
                </a:lnTo>
                <a:lnTo>
                  <a:pt x="4744" y="4361"/>
                </a:lnTo>
                <a:lnTo>
                  <a:pt x="3549" y="4361"/>
                </a:lnTo>
                <a:lnTo>
                  <a:pt x="3549" y="3550"/>
                </a:lnTo>
                <a:lnTo>
                  <a:pt x="4744" y="3550"/>
                </a:lnTo>
                <a:lnTo>
                  <a:pt x="4744" y="2375"/>
                </a:lnTo>
                <a:lnTo>
                  <a:pt x="5543" y="2375"/>
                </a:lnTo>
                <a:lnTo>
                  <a:pt x="5543" y="3550"/>
                </a:lnTo>
                <a:lnTo>
                  <a:pt x="5924" y="3550"/>
                </a:lnTo>
                <a:lnTo>
                  <a:pt x="5924" y="0"/>
                </a:lnTo>
                <a:close/>
                <a:moveTo>
                  <a:pt x="2375" y="0"/>
                </a:moveTo>
                <a:lnTo>
                  <a:pt x="4744" y="0"/>
                </a:lnTo>
                <a:lnTo>
                  <a:pt x="5543" y="0"/>
                </a:lnTo>
                <a:lnTo>
                  <a:pt x="5543" y="793"/>
                </a:lnTo>
                <a:lnTo>
                  <a:pt x="5543" y="1188"/>
                </a:lnTo>
                <a:lnTo>
                  <a:pt x="5543" y="1978"/>
                </a:lnTo>
                <a:lnTo>
                  <a:pt x="5543" y="1981"/>
                </a:lnTo>
                <a:lnTo>
                  <a:pt x="4366" y="1981"/>
                </a:lnTo>
                <a:lnTo>
                  <a:pt x="4366" y="2973"/>
                </a:lnTo>
                <a:lnTo>
                  <a:pt x="4363" y="2973"/>
                </a:lnTo>
                <a:lnTo>
                  <a:pt x="4363" y="3162"/>
                </a:lnTo>
                <a:lnTo>
                  <a:pt x="1964" y="3162"/>
                </a:lnTo>
                <a:lnTo>
                  <a:pt x="1964" y="3546"/>
                </a:lnTo>
                <a:lnTo>
                  <a:pt x="1973" y="3546"/>
                </a:lnTo>
                <a:lnTo>
                  <a:pt x="1973" y="4338"/>
                </a:lnTo>
                <a:lnTo>
                  <a:pt x="1964" y="4338"/>
                </a:lnTo>
                <a:lnTo>
                  <a:pt x="1180" y="4338"/>
                </a:lnTo>
                <a:lnTo>
                  <a:pt x="784" y="4338"/>
                </a:lnTo>
                <a:lnTo>
                  <a:pt x="10" y="4338"/>
                </a:lnTo>
                <a:lnTo>
                  <a:pt x="0" y="4338"/>
                </a:lnTo>
                <a:lnTo>
                  <a:pt x="0" y="1188"/>
                </a:lnTo>
                <a:lnTo>
                  <a:pt x="784" y="1188"/>
                </a:lnTo>
                <a:lnTo>
                  <a:pt x="784" y="3546"/>
                </a:lnTo>
                <a:lnTo>
                  <a:pt x="1180" y="3546"/>
                </a:lnTo>
                <a:lnTo>
                  <a:pt x="1180" y="1188"/>
                </a:lnTo>
                <a:lnTo>
                  <a:pt x="1964" y="1188"/>
                </a:lnTo>
                <a:lnTo>
                  <a:pt x="1964" y="2369"/>
                </a:lnTo>
                <a:lnTo>
                  <a:pt x="2375" y="2369"/>
                </a:lnTo>
                <a:lnTo>
                  <a:pt x="2375" y="1981"/>
                </a:lnTo>
                <a:lnTo>
                  <a:pt x="2375" y="1478"/>
                </a:lnTo>
                <a:lnTo>
                  <a:pt x="2375" y="1188"/>
                </a:lnTo>
                <a:lnTo>
                  <a:pt x="4744" y="1188"/>
                </a:lnTo>
                <a:lnTo>
                  <a:pt x="4744" y="793"/>
                </a:lnTo>
                <a:lnTo>
                  <a:pt x="2375" y="793"/>
                </a:lnTo>
                <a:lnTo>
                  <a:pt x="2375" y="0"/>
                </a:lnTo>
                <a:close/>
                <a:moveTo>
                  <a:pt x="1180" y="0"/>
                </a:moveTo>
                <a:lnTo>
                  <a:pt x="1994" y="0"/>
                </a:lnTo>
                <a:lnTo>
                  <a:pt x="1994" y="793"/>
                </a:lnTo>
                <a:lnTo>
                  <a:pt x="1180" y="793"/>
                </a:lnTo>
                <a:lnTo>
                  <a:pt x="1180" y="0"/>
                </a:lnTo>
                <a:close/>
              </a:path>
            </a:pathLst>
          </a:cu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4191635" y="3088005"/>
            <a:ext cx="4262755" cy="27552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13" h="4339">
                <a:moveTo>
                  <a:pt x="0" y="1166"/>
                </a:moveTo>
                <a:lnTo>
                  <a:pt x="1184" y="1166"/>
                </a:lnTo>
                <a:lnTo>
                  <a:pt x="1963" y="1166"/>
                </a:lnTo>
                <a:lnTo>
                  <a:pt x="1963" y="1958"/>
                </a:lnTo>
                <a:lnTo>
                  <a:pt x="1963" y="2358"/>
                </a:lnTo>
                <a:lnTo>
                  <a:pt x="1963" y="3150"/>
                </a:lnTo>
                <a:lnTo>
                  <a:pt x="1963" y="3159"/>
                </a:lnTo>
                <a:lnTo>
                  <a:pt x="1184" y="3159"/>
                </a:lnTo>
                <a:lnTo>
                  <a:pt x="1184" y="3150"/>
                </a:lnTo>
                <a:lnTo>
                  <a:pt x="0" y="3150"/>
                </a:lnTo>
                <a:lnTo>
                  <a:pt x="0" y="2358"/>
                </a:lnTo>
                <a:lnTo>
                  <a:pt x="1184" y="2358"/>
                </a:lnTo>
                <a:lnTo>
                  <a:pt x="1184" y="1958"/>
                </a:lnTo>
                <a:lnTo>
                  <a:pt x="0" y="1958"/>
                </a:lnTo>
                <a:lnTo>
                  <a:pt x="0" y="1166"/>
                </a:lnTo>
                <a:close/>
                <a:moveTo>
                  <a:pt x="2350" y="0"/>
                </a:moveTo>
                <a:lnTo>
                  <a:pt x="3134" y="0"/>
                </a:lnTo>
                <a:lnTo>
                  <a:pt x="3134" y="2358"/>
                </a:lnTo>
                <a:lnTo>
                  <a:pt x="3539" y="2358"/>
                </a:lnTo>
                <a:lnTo>
                  <a:pt x="3539" y="1166"/>
                </a:lnTo>
                <a:lnTo>
                  <a:pt x="4353" y="1166"/>
                </a:lnTo>
                <a:lnTo>
                  <a:pt x="4353" y="2358"/>
                </a:lnTo>
                <a:lnTo>
                  <a:pt x="4725" y="2358"/>
                </a:lnTo>
                <a:lnTo>
                  <a:pt x="4725" y="1366"/>
                </a:lnTo>
                <a:lnTo>
                  <a:pt x="4734" y="1366"/>
                </a:lnTo>
                <a:lnTo>
                  <a:pt x="4734" y="1166"/>
                </a:lnTo>
                <a:lnTo>
                  <a:pt x="6713" y="1166"/>
                </a:lnTo>
                <a:lnTo>
                  <a:pt x="6713" y="1959"/>
                </a:lnTo>
                <a:lnTo>
                  <a:pt x="5539" y="1959"/>
                </a:lnTo>
                <a:lnTo>
                  <a:pt x="5539" y="2358"/>
                </a:lnTo>
                <a:lnTo>
                  <a:pt x="6707" y="2358"/>
                </a:lnTo>
                <a:lnTo>
                  <a:pt x="6707" y="3151"/>
                </a:lnTo>
                <a:lnTo>
                  <a:pt x="2365" y="3151"/>
                </a:lnTo>
                <a:lnTo>
                  <a:pt x="2365" y="3150"/>
                </a:lnTo>
                <a:lnTo>
                  <a:pt x="2350" y="3150"/>
                </a:lnTo>
                <a:lnTo>
                  <a:pt x="2350" y="0"/>
                </a:lnTo>
                <a:close/>
                <a:moveTo>
                  <a:pt x="3539" y="3546"/>
                </a:moveTo>
                <a:lnTo>
                  <a:pt x="4353" y="3546"/>
                </a:lnTo>
                <a:lnTo>
                  <a:pt x="4353" y="4339"/>
                </a:lnTo>
                <a:lnTo>
                  <a:pt x="3539" y="4339"/>
                </a:lnTo>
                <a:lnTo>
                  <a:pt x="3539" y="3546"/>
                </a:lnTo>
                <a:close/>
              </a:path>
            </a:pathLst>
          </a:cu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7188200" y="812800"/>
            <a:ext cx="2006600" cy="5030470"/>
          </a:xfrm>
          <a:custGeom>
            <a:avLst/>
            <a:gdLst>
              <a:gd name="adj" fmla="val 50000"/>
              <a:gd name="a" fmla="pin 0 adj 50000"/>
              <a:gd name="dx1" fmla="*/ ss a 100000"/>
              <a:gd name="x1" fmla="+- r 0 dx1"/>
              <a:gd name="idx" fmla="*/ dx1 29289 100000"/>
              <a:gd name="ir" fmla="+- r 0 idx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60" h="7922">
                <a:moveTo>
                  <a:pt x="2360" y="0"/>
                </a:moveTo>
                <a:lnTo>
                  <a:pt x="2760" y="0"/>
                </a:lnTo>
                <a:cubicBezTo>
                  <a:pt x="2981" y="0"/>
                  <a:pt x="3160" y="179"/>
                  <a:pt x="3160" y="400"/>
                </a:cubicBezTo>
                <a:lnTo>
                  <a:pt x="3160" y="7122"/>
                </a:lnTo>
                <a:lnTo>
                  <a:pt x="3160" y="7140"/>
                </a:lnTo>
                <a:lnTo>
                  <a:pt x="3160" y="7522"/>
                </a:lnTo>
                <a:cubicBezTo>
                  <a:pt x="3160" y="7743"/>
                  <a:pt x="2981" y="7922"/>
                  <a:pt x="2760" y="7922"/>
                </a:cubicBezTo>
                <a:lnTo>
                  <a:pt x="0" y="7922"/>
                </a:lnTo>
                <a:lnTo>
                  <a:pt x="0" y="7122"/>
                </a:lnTo>
                <a:lnTo>
                  <a:pt x="2360" y="7122"/>
                </a:lnTo>
                <a:lnTo>
                  <a:pt x="2360" y="0"/>
                </a:ln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 rot="16200000" flipH="1">
            <a:off x="2286000" y="1947545"/>
            <a:ext cx="5035550" cy="2755900"/>
          </a:xfrm>
          <a:custGeom>
            <a:avLst/>
            <a:gdLst>
              <a:gd name="adj" fmla="val 50000"/>
              <a:gd name="a" fmla="pin 0 adj 50000"/>
              <a:gd name="dx1" fmla="*/ ss a 100000"/>
              <a:gd name="x1" fmla="+- r 0 dx1"/>
              <a:gd name="idx" fmla="*/ dx1 29289 100000"/>
              <a:gd name="ir" fmla="+- r 0 idx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0" h="4340">
                <a:moveTo>
                  <a:pt x="408" y="0"/>
                </a:moveTo>
                <a:lnTo>
                  <a:pt x="7130" y="0"/>
                </a:lnTo>
                <a:lnTo>
                  <a:pt x="7148" y="0"/>
                </a:lnTo>
                <a:lnTo>
                  <a:pt x="7530" y="0"/>
                </a:lnTo>
                <a:cubicBezTo>
                  <a:pt x="7751" y="0"/>
                  <a:pt x="7930" y="179"/>
                  <a:pt x="7930" y="400"/>
                </a:cubicBezTo>
                <a:lnTo>
                  <a:pt x="7930" y="4340"/>
                </a:lnTo>
                <a:lnTo>
                  <a:pt x="7130" y="4340"/>
                </a:lnTo>
                <a:lnTo>
                  <a:pt x="7130" y="800"/>
                </a:lnTo>
                <a:lnTo>
                  <a:pt x="781" y="800"/>
                </a:lnTo>
                <a:lnTo>
                  <a:pt x="782" y="803"/>
                </a:lnTo>
                <a:cubicBezTo>
                  <a:pt x="794" y="841"/>
                  <a:pt x="800" y="881"/>
                  <a:pt x="800" y="922"/>
                </a:cubicBezTo>
                <a:lnTo>
                  <a:pt x="800" y="2006"/>
                </a:lnTo>
                <a:lnTo>
                  <a:pt x="0" y="2006"/>
                </a:lnTo>
                <a:lnTo>
                  <a:pt x="0" y="522"/>
                </a:lnTo>
                <a:lnTo>
                  <a:pt x="8" y="522"/>
                </a:lnTo>
                <a:lnTo>
                  <a:pt x="8" y="400"/>
                </a:lnTo>
                <a:cubicBezTo>
                  <a:pt x="8" y="179"/>
                  <a:pt x="187" y="0"/>
                  <a:pt x="408" y="0"/>
                </a:cubicBez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4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Freeform 36"/>
          <p:cNvSpPr/>
          <p:nvPr/>
        </p:nvSpPr>
        <p:spPr>
          <a:xfrm>
            <a:off x="7188200" y="812800"/>
            <a:ext cx="2006600" cy="5030470"/>
          </a:xfrm>
          <a:custGeom>
            <a:avLst/>
            <a:gdLst>
              <a:gd name="adj" fmla="val 50000"/>
              <a:gd name="a" fmla="pin 0 adj 50000"/>
              <a:gd name="dx1" fmla="*/ ss a 100000"/>
              <a:gd name="x1" fmla="+- r 0 dx1"/>
              <a:gd name="idx" fmla="*/ dx1 29289 100000"/>
              <a:gd name="ir" fmla="+- r 0 idx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60" h="7922">
                <a:moveTo>
                  <a:pt x="2360" y="0"/>
                </a:moveTo>
                <a:lnTo>
                  <a:pt x="2760" y="0"/>
                </a:lnTo>
                <a:cubicBezTo>
                  <a:pt x="2981" y="0"/>
                  <a:pt x="3160" y="179"/>
                  <a:pt x="3160" y="400"/>
                </a:cubicBezTo>
                <a:lnTo>
                  <a:pt x="3160" y="7122"/>
                </a:lnTo>
                <a:lnTo>
                  <a:pt x="3160" y="7140"/>
                </a:lnTo>
                <a:lnTo>
                  <a:pt x="3160" y="7522"/>
                </a:lnTo>
                <a:cubicBezTo>
                  <a:pt x="3160" y="7743"/>
                  <a:pt x="2981" y="7922"/>
                  <a:pt x="2760" y="7922"/>
                </a:cubicBezTo>
                <a:lnTo>
                  <a:pt x="0" y="7922"/>
                </a:lnTo>
                <a:lnTo>
                  <a:pt x="0" y="7122"/>
                </a:lnTo>
                <a:lnTo>
                  <a:pt x="2360" y="7122"/>
                </a:lnTo>
                <a:lnTo>
                  <a:pt x="23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 rot="16200000" flipH="1">
            <a:off x="2286000" y="1947545"/>
            <a:ext cx="5035550" cy="2755900"/>
          </a:xfrm>
          <a:custGeom>
            <a:avLst/>
            <a:gdLst>
              <a:gd name="adj" fmla="val 50000"/>
              <a:gd name="a" fmla="pin 0 adj 50000"/>
              <a:gd name="dx1" fmla="*/ ss a 100000"/>
              <a:gd name="x1" fmla="+- r 0 dx1"/>
              <a:gd name="idx" fmla="*/ dx1 29289 100000"/>
              <a:gd name="ir" fmla="+- r 0 idx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0" h="4340">
                <a:moveTo>
                  <a:pt x="408" y="0"/>
                </a:moveTo>
                <a:lnTo>
                  <a:pt x="7130" y="0"/>
                </a:lnTo>
                <a:lnTo>
                  <a:pt x="7148" y="0"/>
                </a:lnTo>
                <a:lnTo>
                  <a:pt x="7530" y="0"/>
                </a:lnTo>
                <a:cubicBezTo>
                  <a:pt x="7751" y="0"/>
                  <a:pt x="7930" y="179"/>
                  <a:pt x="7930" y="400"/>
                </a:cubicBezTo>
                <a:lnTo>
                  <a:pt x="7930" y="4340"/>
                </a:lnTo>
                <a:lnTo>
                  <a:pt x="7130" y="4340"/>
                </a:lnTo>
                <a:lnTo>
                  <a:pt x="7130" y="800"/>
                </a:lnTo>
                <a:lnTo>
                  <a:pt x="781" y="800"/>
                </a:lnTo>
                <a:lnTo>
                  <a:pt x="782" y="803"/>
                </a:lnTo>
                <a:cubicBezTo>
                  <a:pt x="794" y="841"/>
                  <a:pt x="800" y="881"/>
                  <a:pt x="800" y="922"/>
                </a:cubicBezTo>
                <a:lnTo>
                  <a:pt x="800" y="2006"/>
                </a:lnTo>
                <a:lnTo>
                  <a:pt x="0" y="2006"/>
                </a:lnTo>
                <a:lnTo>
                  <a:pt x="0" y="522"/>
                </a:lnTo>
                <a:lnTo>
                  <a:pt x="8" y="522"/>
                </a:lnTo>
                <a:lnTo>
                  <a:pt x="8" y="400"/>
                </a:lnTo>
                <a:cubicBezTo>
                  <a:pt x="8" y="179"/>
                  <a:pt x="187" y="0"/>
                  <a:pt x="4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2" name="Freeform 1"/>
          <p:cNvSpPr/>
          <p:nvPr/>
        </p:nvSpPr>
        <p:spPr>
          <a:xfrm>
            <a:off x="4191000" y="3088005"/>
            <a:ext cx="4267200" cy="27552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20" h="4339">
                <a:moveTo>
                  <a:pt x="3540" y="3546"/>
                </a:moveTo>
                <a:lnTo>
                  <a:pt x="4354" y="3546"/>
                </a:lnTo>
                <a:lnTo>
                  <a:pt x="4354" y="4339"/>
                </a:lnTo>
                <a:lnTo>
                  <a:pt x="3540" y="4339"/>
                </a:lnTo>
                <a:lnTo>
                  <a:pt x="3540" y="3546"/>
                </a:lnTo>
                <a:close/>
                <a:moveTo>
                  <a:pt x="1" y="1166"/>
                </a:moveTo>
                <a:lnTo>
                  <a:pt x="1185" y="1166"/>
                </a:lnTo>
                <a:lnTo>
                  <a:pt x="1964" y="1166"/>
                </a:lnTo>
                <a:lnTo>
                  <a:pt x="1964" y="1958"/>
                </a:lnTo>
                <a:lnTo>
                  <a:pt x="1964" y="2358"/>
                </a:lnTo>
                <a:lnTo>
                  <a:pt x="1964" y="3150"/>
                </a:lnTo>
                <a:lnTo>
                  <a:pt x="1964" y="3159"/>
                </a:lnTo>
                <a:lnTo>
                  <a:pt x="1185" y="3159"/>
                </a:lnTo>
                <a:lnTo>
                  <a:pt x="1185" y="3158"/>
                </a:lnTo>
                <a:lnTo>
                  <a:pt x="0" y="3158"/>
                </a:lnTo>
                <a:lnTo>
                  <a:pt x="0" y="2357"/>
                </a:lnTo>
                <a:lnTo>
                  <a:pt x="1185" y="2357"/>
                </a:lnTo>
                <a:lnTo>
                  <a:pt x="1185" y="1958"/>
                </a:lnTo>
                <a:lnTo>
                  <a:pt x="1" y="1958"/>
                </a:lnTo>
                <a:lnTo>
                  <a:pt x="1" y="1166"/>
                </a:lnTo>
                <a:close/>
                <a:moveTo>
                  <a:pt x="2351" y="0"/>
                </a:moveTo>
                <a:lnTo>
                  <a:pt x="3135" y="0"/>
                </a:lnTo>
                <a:lnTo>
                  <a:pt x="3135" y="2358"/>
                </a:lnTo>
                <a:lnTo>
                  <a:pt x="3540" y="2358"/>
                </a:lnTo>
                <a:lnTo>
                  <a:pt x="3540" y="1166"/>
                </a:lnTo>
                <a:lnTo>
                  <a:pt x="4354" y="1166"/>
                </a:lnTo>
                <a:lnTo>
                  <a:pt x="4354" y="2358"/>
                </a:lnTo>
                <a:lnTo>
                  <a:pt x="4720" y="2358"/>
                </a:lnTo>
                <a:lnTo>
                  <a:pt x="4720" y="1147"/>
                </a:lnTo>
                <a:lnTo>
                  <a:pt x="4730" y="1147"/>
                </a:lnTo>
                <a:lnTo>
                  <a:pt x="5546" y="1147"/>
                </a:lnTo>
                <a:lnTo>
                  <a:pt x="6720" y="1147"/>
                </a:lnTo>
                <a:lnTo>
                  <a:pt x="6720" y="1968"/>
                </a:lnTo>
                <a:lnTo>
                  <a:pt x="5546" y="1968"/>
                </a:lnTo>
                <a:lnTo>
                  <a:pt x="5546" y="2358"/>
                </a:lnTo>
                <a:lnTo>
                  <a:pt x="6708" y="2358"/>
                </a:lnTo>
                <a:lnTo>
                  <a:pt x="6708" y="3151"/>
                </a:lnTo>
                <a:lnTo>
                  <a:pt x="2366" y="3151"/>
                </a:lnTo>
                <a:lnTo>
                  <a:pt x="2366" y="3150"/>
                </a:lnTo>
                <a:lnTo>
                  <a:pt x="2351" y="3150"/>
                </a:lnTo>
                <a:lnTo>
                  <a:pt x="235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4191635" y="819785"/>
            <a:ext cx="4269105" cy="276987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23" h="4362">
                <a:moveTo>
                  <a:pt x="3189" y="1981"/>
                </a:moveTo>
                <a:lnTo>
                  <a:pt x="3189" y="2369"/>
                </a:lnTo>
                <a:lnTo>
                  <a:pt x="3552" y="2369"/>
                </a:lnTo>
                <a:lnTo>
                  <a:pt x="3552" y="1981"/>
                </a:lnTo>
                <a:lnTo>
                  <a:pt x="3189" y="1981"/>
                </a:lnTo>
                <a:close/>
                <a:moveTo>
                  <a:pt x="5924" y="0"/>
                </a:moveTo>
                <a:lnTo>
                  <a:pt x="6723" y="0"/>
                </a:lnTo>
                <a:lnTo>
                  <a:pt x="6723" y="4362"/>
                </a:lnTo>
                <a:lnTo>
                  <a:pt x="5924" y="4362"/>
                </a:lnTo>
                <a:lnTo>
                  <a:pt x="5924" y="4361"/>
                </a:lnTo>
                <a:lnTo>
                  <a:pt x="5543" y="4361"/>
                </a:lnTo>
                <a:lnTo>
                  <a:pt x="5543" y="4362"/>
                </a:lnTo>
                <a:lnTo>
                  <a:pt x="4744" y="4362"/>
                </a:lnTo>
                <a:lnTo>
                  <a:pt x="4744" y="4361"/>
                </a:lnTo>
                <a:lnTo>
                  <a:pt x="3549" y="4361"/>
                </a:lnTo>
                <a:lnTo>
                  <a:pt x="3549" y="3550"/>
                </a:lnTo>
                <a:lnTo>
                  <a:pt x="4744" y="3550"/>
                </a:lnTo>
                <a:lnTo>
                  <a:pt x="4744" y="2375"/>
                </a:lnTo>
                <a:lnTo>
                  <a:pt x="5543" y="2375"/>
                </a:lnTo>
                <a:lnTo>
                  <a:pt x="5543" y="3550"/>
                </a:lnTo>
                <a:lnTo>
                  <a:pt x="5924" y="3550"/>
                </a:lnTo>
                <a:lnTo>
                  <a:pt x="5924" y="0"/>
                </a:lnTo>
                <a:close/>
                <a:moveTo>
                  <a:pt x="2375" y="0"/>
                </a:moveTo>
                <a:lnTo>
                  <a:pt x="4744" y="0"/>
                </a:lnTo>
                <a:lnTo>
                  <a:pt x="5543" y="0"/>
                </a:lnTo>
                <a:lnTo>
                  <a:pt x="5543" y="793"/>
                </a:lnTo>
                <a:lnTo>
                  <a:pt x="5543" y="1188"/>
                </a:lnTo>
                <a:lnTo>
                  <a:pt x="5543" y="1978"/>
                </a:lnTo>
                <a:lnTo>
                  <a:pt x="5543" y="1981"/>
                </a:lnTo>
                <a:lnTo>
                  <a:pt x="4378" y="1981"/>
                </a:lnTo>
                <a:lnTo>
                  <a:pt x="4378" y="3158"/>
                </a:lnTo>
                <a:lnTo>
                  <a:pt x="4363" y="3158"/>
                </a:lnTo>
                <a:lnTo>
                  <a:pt x="4363" y="3162"/>
                </a:lnTo>
                <a:lnTo>
                  <a:pt x="1989" y="3162"/>
                </a:lnTo>
                <a:lnTo>
                  <a:pt x="1989" y="4334"/>
                </a:lnTo>
                <a:lnTo>
                  <a:pt x="1973" y="4334"/>
                </a:lnTo>
                <a:lnTo>
                  <a:pt x="1973" y="4338"/>
                </a:lnTo>
                <a:lnTo>
                  <a:pt x="1964" y="4338"/>
                </a:lnTo>
                <a:lnTo>
                  <a:pt x="1180" y="4338"/>
                </a:lnTo>
                <a:lnTo>
                  <a:pt x="784" y="4338"/>
                </a:lnTo>
                <a:lnTo>
                  <a:pt x="10" y="4338"/>
                </a:lnTo>
                <a:lnTo>
                  <a:pt x="0" y="4338"/>
                </a:lnTo>
                <a:lnTo>
                  <a:pt x="0" y="1188"/>
                </a:lnTo>
                <a:lnTo>
                  <a:pt x="784" y="1188"/>
                </a:lnTo>
                <a:lnTo>
                  <a:pt x="784" y="3546"/>
                </a:lnTo>
                <a:lnTo>
                  <a:pt x="1180" y="3546"/>
                </a:lnTo>
                <a:lnTo>
                  <a:pt x="1180" y="1188"/>
                </a:lnTo>
                <a:lnTo>
                  <a:pt x="1964" y="1188"/>
                </a:lnTo>
                <a:lnTo>
                  <a:pt x="1964" y="2369"/>
                </a:lnTo>
                <a:lnTo>
                  <a:pt x="2375" y="2369"/>
                </a:lnTo>
                <a:lnTo>
                  <a:pt x="2375" y="1981"/>
                </a:lnTo>
                <a:lnTo>
                  <a:pt x="2375" y="1478"/>
                </a:lnTo>
                <a:lnTo>
                  <a:pt x="2375" y="1188"/>
                </a:lnTo>
                <a:lnTo>
                  <a:pt x="4744" y="1188"/>
                </a:lnTo>
                <a:lnTo>
                  <a:pt x="4744" y="793"/>
                </a:lnTo>
                <a:lnTo>
                  <a:pt x="2375" y="793"/>
                </a:lnTo>
                <a:lnTo>
                  <a:pt x="2375" y="0"/>
                </a:lnTo>
                <a:close/>
                <a:moveTo>
                  <a:pt x="1180" y="0"/>
                </a:moveTo>
                <a:lnTo>
                  <a:pt x="1994" y="0"/>
                </a:lnTo>
                <a:lnTo>
                  <a:pt x="1994" y="793"/>
                </a:lnTo>
                <a:lnTo>
                  <a:pt x="1180" y="793"/>
                </a:lnTo>
                <a:lnTo>
                  <a:pt x="1180" y="0"/>
                </a:lnTo>
                <a:close/>
              </a:path>
            </a:pathLst>
          </a:cu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754EF9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58b49e5-c38c-44d6-b277-dea011701d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SimSun</vt:lpstr>
      <vt:lpstr>Wingdings</vt:lpstr>
      <vt:lpstr>Poppins</vt:lpstr>
      <vt:lpstr>Segoe UI</vt:lpstr>
      <vt:lpstr>Poppins SemiBold</vt:lpstr>
      <vt:lpstr>Segoe UI Semibold</vt:lpstr>
      <vt:lpstr>Segoe UI Emoji</vt:lpstr>
      <vt:lpstr>Segoe UI Black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kingsoft</dc:creator>
  <cp:lastModifiedBy>mmido</cp:lastModifiedBy>
  <cp:revision>50</cp:revision>
  <dcterms:created xsi:type="dcterms:W3CDTF">2023-06-02T10:01:00Z</dcterms:created>
  <dcterms:modified xsi:type="dcterms:W3CDTF">2026-03-25T15:02:44Z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13AC429342D34633AF21D2EBB01AAEA4_13</vt:lpwstr>
  </property>
  <property fmtid="{D5CDD505-2E9C-101B-9397-08002B2CF9AE}" pid="3" name="KSOProductBuildVer">
    <vt:lpwstr>1033-12.2.0.23196</vt:lpwstr>
  </property>
</Properties>
</file>